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85764-3F5B-F05B-E670-3AFC3C7E4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9D513F-60BF-E939-0B6A-3662A77A4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B65397-2255-E087-DDAE-2D4E3E79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5505D7-4865-85CD-296E-47A3F5A2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44214C-4C76-DC0B-5A69-09EC9C5C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6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97A87-5534-82DB-1EC7-FD38E6A1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029C84-511A-9E8D-D63F-79B8FE78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998FD7-FD4B-C87A-96FE-D3BA8F0A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C45662-490A-FE3A-9DDD-88BC4786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3B499E-C195-BF9B-D008-B1B42EED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68FC1-6718-578C-BC2B-8BDF542B7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58C9E4-8A9D-C63D-8DD0-320592BB2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4803F3-8928-99CD-47B8-B271A6D7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71B57-ADA3-1EE3-A6EF-45492850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1755B1-6C98-F7B4-3FCB-7EA4CE9D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90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5D321-590F-EC20-854E-A5FC5B40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A277DF-F63F-CEC6-A3B4-E77B2D82A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162BA2-8A72-FE09-F19E-23D5A4A34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1CB6AE-1B0F-F669-009A-02BF8DAD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1BE90A-4B85-7BF8-AF07-E35237C2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479EA8-5F13-24F9-097D-A015C702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574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E6088-3144-0EEE-72EA-3CCF49C5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459074-C957-F969-B1A7-45EEA151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1EB968-6D0F-6A2E-7C59-B5DB9E86B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D68F96-DC71-2286-A4EB-D23B8127F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2B47C1-882B-E691-1BED-B0524083B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75DF3C-D4D1-E10A-EA76-FDBF7F89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4720D2-9DA8-371A-9E9E-DD02D17E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0F8F810-B987-E15A-9F01-4D12CA1C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66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D783B-D04C-4ABF-F3EF-EDF4317D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C7FBC0-152B-8C2C-7235-4C69DBF9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F0A399-37E4-2C11-DD75-CCC2981C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09B553-1C30-3A6E-BB0D-77C5FD66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979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F97ED9-01F6-BF42-445F-65BB47B5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6204B08-3940-5B72-DB6F-4BB603584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102748-B63F-5FD4-519E-54E9916F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35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CB156-A796-6D99-BD89-6E152E141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71EF96-31BC-25E2-496A-C543C466A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262553-B7A5-8E5A-8A71-BF0ED4024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F8D5D4-2718-3B2B-A346-03883F0F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7682AC-2B21-65A4-8FC1-D0BB2D50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99C943-149E-F72B-3529-B7BD6E12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68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E1949-87F1-F35B-A6FD-5182B166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B9D53B-6069-7BBE-4D0C-E5246AE3F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639FC1-11A2-C601-04C9-DDFAA41A3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CED135-4C4D-453E-EAAA-380E6910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F6A533-067E-D88D-D078-B82CEF2E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8B6391-712A-E79C-459C-20B88E06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21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2D62F-EC4A-6C7C-BCA6-F354CA05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F82B23-E40C-FC08-C638-B55B09810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499FAA-D3EA-D1DB-D4E7-55D00FA6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82F312-BCCE-11EB-7757-20D1D903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5466C6-1008-7A9C-4514-90FCACF2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30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5526CA-6973-8483-2543-BAAF5929E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46581A-3D82-81C3-67D4-50FB20B06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FBE5B9-AAAA-01B2-D785-D1367E86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BA427A-7DC2-DA65-EFD5-8C2B1871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77F5C0-9462-D27E-F8B8-24DE20B0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17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B9F00F-51C6-F610-2B29-D3A51860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F5B3CB-8180-6E89-A828-EEB4E3457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EFDA21-7A22-01DB-C6A5-F4AEFE56E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13EB3-04D6-41C2-B3D2-77ABF54844EC}" type="datetimeFigureOut">
              <a:rPr lang="ru-RU" smtClean="0"/>
              <a:t>05.08.2025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6F2531-3899-9B3F-ED83-49FD68B11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2C18EF-C615-B6D4-FD6B-EAE78FFDB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8AC03-C2B3-4232-9E4E-8CE880310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3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6F933-6B24-4DF5-BB98-44BE4E989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Digitme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F06772-5741-B057-7B8E-F673FCBD9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Автоматизация продаж и цифровых коммуникаций</a:t>
            </a:r>
          </a:p>
        </p:txBody>
      </p:sp>
    </p:spTree>
    <p:extLst>
      <p:ext uri="{BB962C8B-B14F-4D97-AF65-F5344CB8AC3E}">
        <p14:creationId xmlns:p14="http://schemas.microsoft.com/office/powerpoint/2010/main" val="2440416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D16BE-3254-D1F6-961A-29A4463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6470" cy="6216428"/>
          </a:xfrm>
        </p:spPr>
        <p:txBody>
          <a:bodyPr/>
          <a:lstStyle/>
          <a:p>
            <a:r>
              <a:rPr lang="ru-RU" b="1" dirty="0" err="1"/>
              <a:t>Digitme</a:t>
            </a:r>
            <a:r>
              <a:rPr lang="ru-RU" dirty="0"/>
              <a:t> — это команда, которая помогает бизнесу:</a:t>
            </a:r>
            <a:br>
              <a:rPr lang="en-US" dirty="0"/>
            </a:br>
            <a:br>
              <a:rPr lang="ru-RU" dirty="0"/>
            </a:br>
            <a:r>
              <a:rPr lang="en-US" dirty="0"/>
              <a:t>1)</a:t>
            </a:r>
            <a:r>
              <a:rPr lang="ru-RU" dirty="0"/>
              <a:t>Автоматизировать работу с </a:t>
            </a:r>
            <a:r>
              <a:rPr lang="ru-RU" dirty="0" err="1"/>
              <a:t>лидами</a:t>
            </a:r>
            <a:br>
              <a:rPr lang="en-US" dirty="0"/>
            </a:br>
            <a:br>
              <a:rPr lang="ru-RU" dirty="0"/>
            </a:br>
            <a:r>
              <a:rPr lang="en-US" dirty="0"/>
              <a:t>2)</a:t>
            </a:r>
            <a:r>
              <a:rPr lang="ru-RU" dirty="0"/>
              <a:t>Настраивать обработку обращений</a:t>
            </a:r>
            <a:br>
              <a:rPr lang="en-US" dirty="0"/>
            </a:br>
            <a:br>
              <a:rPr lang="ru-RU" dirty="0"/>
            </a:br>
            <a:r>
              <a:rPr lang="en-US" dirty="0"/>
              <a:t>3)C</a:t>
            </a:r>
            <a:r>
              <a:rPr lang="ru-RU" dirty="0" err="1"/>
              <a:t>вязывать</a:t>
            </a:r>
            <a:r>
              <a:rPr lang="ru-RU" dirty="0"/>
              <a:t> между собой мессенджеры, формы, CRM и телефонию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869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AA838-8611-B496-BF22-66E1861F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4572" cy="6237694"/>
          </a:xfrm>
        </p:spPr>
        <p:txBody>
          <a:bodyPr/>
          <a:lstStyle/>
          <a:p>
            <a:r>
              <a:rPr lang="ru-RU" dirty="0"/>
              <a:t>Мы используем </a:t>
            </a:r>
            <a:r>
              <a:rPr lang="ru-RU" b="1" dirty="0"/>
              <a:t>n8n</a:t>
            </a:r>
            <a:r>
              <a:rPr lang="ru-RU" dirty="0"/>
              <a:t> — мощный визуальный редактор автоматизации:</a:t>
            </a:r>
            <a:br>
              <a:rPr lang="en-US" dirty="0"/>
            </a:br>
            <a:br>
              <a:rPr lang="ru-RU" dirty="0"/>
            </a:br>
            <a:r>
              <a:rPr lang="en-US" dirty="0"/>
              <a:t>1)</a:t>
            </a:r>
            <a:r>
              <a:rPr lang="ru-RU" dirty="0"/>
              <a:t>Расширяемый под любые сценарии</a:t>
            </a:r>
            <a:br>
              <a:rPr lang="en-US" dirty="0"/>
            </a:br>
            <a:br>
              <a:rPr lang="ru-RU" dirty="0"/>
            </a:br>
            <a:r>
              <a:rPr lang="en-US" dirty="0"/>
              <a:t>2)</a:t>
            </a:r>
            <a:r>
              <a:rPr lang="ru-RU" dirty="0"/>
              <a:t>Интегрируется с CRM, Telegram, </a:t>
            </a:r>
            <a:r>
              <a:rPr lang="ru-RU" dirty="0" err="1"/>
              <a:t>WhatsApp</a:t>
            </a:r>
            <a:r>
              <a:rPr lang="ru-RU" dirty="0"/>
              <a:t> и другими сервисами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946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1A9E6-4ACB-F0A1-25DF-350707D7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78879" cy="6322754"/>
          </a:xfrm>
        </p:spPr>
        <p:txBody>
          <a:bodyPr/>
          <a:lstStyle/>
          <a:p>
            <a:r>
              <a:rPr lang="ru-RU" b="1" dirty="0"/>
              <a:t>Какие сервисы мы связываем</a:t>
            </a:r>
            <a:br>
              <a:rPr lang="en-US" b="1" dirty="0"/>
            </a:br>
            <a:br>
              <a:rPr lang="ru-RU" b="1" dirty="0"/>
            </a:br>
            <a:r>
              <a:rPr lang="en-US" b="1" dirty="0"/>
              <a:t>1)Bitrix24, </a:t>
            </a:r>
            <a:r>
              <a:rPr lang="en-US" b="1" dirty="0" err="1"/>
              <a:t>amoCRM</a:t>
            </a:r>
            <a:r>
              <a:rPr lang="en-US" b="1" dirty="0"/>
              <a:t>, </a:t>
            </a:r>
            <a:r>
              <a:rPr lang="en-US" b="1" dirty="0" err="1"/>
              <a:t>Hubspot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2)</a:t>
            </a:r>
            <a:r>
              <a:rPr lang="en-US" b="1" dirty="0"/>
              <a:t>Telegram, WhatsApp, Instagram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3)</a:t>
            </a:r>
            <a:r>
              <a:rPr lang="ru-RU" b="1" dirty="0"/>
              <a:t>Формы заявок на сайтах</a:t>
            </a:r>
            <a:br>
              <a:rPr lang="en-US" b="1" dirty="0"/>
            </a:br>
            <a:br>
              <a:rPr lang="ru-RU" dirty="0"/>
            </a:br>
            <a:r>
              <a:rPr lang="en-US" dirty="0"/>
              <a:t>4)</a:t>
            </a:r>
            <a:r>
              <a:rPr lang="ru-RU" b="1" dirty="0"/>
              <a:t>Облачные таблицы и базы данных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03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71374-442C-983E-4123-CC0CF338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579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Что вы получаете</a:t>
            </a:r>
            <a:br>
              <a:rPr lang="en-US" b="1" dirty="0"/>
            </a:br>
            <a:br>
              <a:rPr lang="ru-RU" b="1" dirty="0"/>
            </a:br>
            <a:r>
              <a:rPr lang="en-US" b="1" dirty="0"/>
              <a:t>1)</a:t>
            </a:r>
            <a:r>
              <a:rPr lang="ru-RU" dirty="0"/>
              <a:t>Быстрая реакция на обращения</a:t>
            </a:r>
            <a:br>
              <a:rPr lang="en-US" dirty="0"/>
            </a:br>
            <a:br>
              <a:rPr lang="ru-RU" dirty="0"/>
            </a:br>
            <a:r>
              <a:rPr lang="en-US" dirty="0"/>
              <a:t>2)</a:t>
            </a:r>
            <a:r>
              <a:rPr lang="ru-RU" dirty="0"/>
              <a:t>Снижение ручной нагрузки на менеджеров</a:t>
            </a:r>
            <a:br>
              <a:rPr lang="en-US" dirty="0"/>
            </a:br>
            <a:br>
              <a:rPr lang="ru-RU" dirty="0"/>
            </a:br>
            <a:r>
              <a:rPr lang="en-US" dirty="0"/>
              <a:t>3)</a:t>
            </a:r>
            <a:r>
              <a:rPr lang="ru-RU" dirty="0"/>
              <a:t>Единые процессы и меньше хаоса</a:t>
            </a:r>
            <a:br>
              <a:rPr lang="en-US" dirty="0"/>
            </a:br>
            <a:br>
              <a:rPr lang="ru-RU" dirty="0"/>
            </a:br>
            <a:r>
              <a:rPr lang="en-US" dirty="0"/>
              <a:t>4)</a:t>
            </a:r>
            <a:r>
              <a:rPr lang="ru-RU" dirty="0"/>
              <a:t>Рост конверсии без увеличения штата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53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7A2DE-9428-F4BD-721E-CE4342E9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073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Как мы работаем</a:t>
            </a:r>
            <a:br>
              <a:rPr lang="en-US" b="1" dirty="0"/>
            </a:br>
            <a:br>
              <a:rPr lang="ru-RU" b="1" dirty="0"/>
            </a:br>
            <a:r>
              <a:rPr lang="en-US" b="1" dirty="0"/>
              <a:t>1)</a:t>
            </a:r>
            <a:r>
              <a:rPr lang="ru-RU" dirty="0"/>
              <a:t>Анализируем текущие процессы</a:t>
            </a:r>
            <a:br>
              <a:rPr lang="en-US" dirty="0"/>
            </a:br>
            <a:br>
              <a:rPr lang="ru-RU" dirty="0"/>
            </a:br>
            <a:r>
              <a:rPr lang="en-US" dirty="0"/>
              <a:t>2)</a:t>
            </a:r>
            <a:r>
              <a:rPr lang="ru-RU" dirty="0"/>
              <a:t>Строим схему автоматизации</a:t>
            </a:r>
            <a:br>
              <a:rPr lang="en-US" dirty="0"/>
            </a:br>
            <a:br>
              <a:rPr lang="ru-RU" dirty="0"/>
            </a:br>
            <a:r>
              <a:rPr lang="en-US" dirty="0"/>
              <a:t>3)</a:t>
            </a:r>
            <a:r>
              <a:rPr lang="ru-RU" dirty="0"/>
              <a:t>Настраиваем и тестируем интеграции</a:t>
            </a:r>
            <a:br>
              <a:rPr lang="en-US" dirty="0"/>
            </a:br>
            <a:br>
              <a:rPr lang="ru-RU" dirty="0"/>
            </a:br>
            <a:r>
              <a:rPr lang="en-US" dirty="0"/>
              <a:t>4)</a:t>
            </a:r>
            <a:r>
              <a:rPr lang="ru-RU" dirty="0"/>
              <a:t>Обучаем и сопровождаем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3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4F04E-2D0A-78D1-B367-6CEBDCE2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6940"/>
          </a:xfrm>
        </p:spPr>
        <p:txBody>
          <a:bodyPr/>
          <a:lstStyle/>
          <a:p>
            <a:r>
              <a:rPr lang="ru-RU" b="1" dirty="0" err="1"/>
              <a:t>КонтактыDigitme</a:t>
            </a:r>
            <a:br>
              <a:rPr lang="en-US" b="1" dirty="0"/>
            </a:br>
            <a:br>
              <a:rPr lang="ru-RU" dirty="0"/>
            </a:br>
            <a:r>
              <a:rPr lang="ru-RU" dirty="0"/>
              <a:t>Автоматизация, которая работает на продажи</a:t>
            </a:r>
            <a:br>
              <a:rPr lang="en-US" dirty="0"/>
            </a:br>
            <a:br>
              <a:rPr lang="ru-RU" dirty="0"/>
            </a:br>
            <a:r>
              <a:rPr lang="ru-RU" dirty="0"/>
              <a:t>📩 </a:t>
            </a:r>
            <a:r>
              <a:rPr lang="en-US" dirty="0"/>
              <a:t>analyticsmoldova@gmail.com</a:t>
            </a:r>
            <a:br>
              <a:rPr lang="en-US" dirty="0"/>
            </a:br>
            <a:br>
              <a:rPr lang="ru-RU" dirty="0"/>
            </a:br>
            <a:r>
              <a:rPr lang="ru-RU" dirty="0"/>
              <a:t>📞 +</a:t>
            </a:r>
            <a:r>
              <a:rPr lang="ru-RU"/>
              <a:t>373 791 111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6683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215</Words>
  <Application>Microsoft Office PowerPoint</Application>
  <PresentationFormat>Широкоэкранный</PresentationFormat>
  <Paragraphs>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Digitme</vt:lpstr>
      <vt:lpstr>Digitme — это команда, которая помогает бизнесу:  1)Автоматизировать работу с лидами  2)Настраивать обработку обращений  3)Cвязывать между собой мессенджеры, формы, CRM и телефонию </vt:lpstr>
      <vt:lpstr>Мы используем n8n — мощный визуальный редактор автоматизации:  1)Расширяемый под любые сценарии  2)Интегрируется с CRM, Telegram, WhatsApp и другими сервисами </vt:lpstr>
      <vt:lpstr>Какие сервисы мы связываем  1)Bitrix24, amoCRM, Hubspot  2)Telegram, WhatsApp, Instagram  3)Формы заявок на сайтах  4)Облачные таблицы и базы данных </vt:lpstr>
      <vt:lpstr>Что вы получаете  1)Быстрая реакция на обращения  2)Снижение ручной нагрузки на менеджеров  3)Единые процессы и меньше хаоса  4)Рост конверсии без увеличения штата </vt:lpstr>
      <vt:lpstr>Как мы работаем  1)Анализируем текущие процессы  2)Строим схему автоматизации  3)Настраиваем и тестируем интеграции  4)Обучаем и сопровождаем </vt:lpstr>
      <vt:lpstr>КонтактыDigitme  Автоматизация, которая работает на продажи  📩 analyticsmoldova@gmail.com  📞 +373 791 111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Мартынов</dc:creator>
  <cp:lastModifiedBy>Иван Мартынов</cp:lastModifiedBy>
  <cp:revision>2</cp:revision>
  <dcterms:created xsi:type="dcterms:W3CDTF">2025-08-05T11:44:38Z</dcterms:created>
  <dcterms:modified xsi:type="dcterms:W3CDTF">2025-08-06T09:25:33Z</dcterms:modified>
</cp:coreProperties>
</file>